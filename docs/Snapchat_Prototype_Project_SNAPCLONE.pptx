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948C2-CF0D-AF42-B591-4A7710F6C3D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DB3C9-7DB2-0442-9837-8DF96AE0D46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164" y="614363"/>
            <a:ext cx="803672" cy="107156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46484" y="2260997"/>
            <a:ext cx="8251031" cy="5572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SNAPCHAT PROTOTYPE PROJECT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3659386" y="2961084"/>
            <a:ext cx="1825228" cy="2786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4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SNAPCLONE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0" y="4384477"/>
            <a:ext cx="9144000" cy="2089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Samuel Akurang Sampong-Sasu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0" y="4629150"/>
            <a:ext cx="9144000" cy="1571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Software Engineer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APP OVERVIEW: SNAPCLONE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566267"/>
            <a:ext cx="2857500" cy="28575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388" y="2937867"/>
            <a:ext cx="85725" cy="114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929063" y="1860249"/>
            <a:ext cx="4643438" cy="480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prototype of Snapchat designed for ephemeral social interaction, focusing on the "here and now."</a:t>
            </a:r>
            <a:endParaRPr lang="en-US" sz="1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063" y="2554588"/>
            <a:ext cx="157163" cy="1571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086225" y="2554588"/>
            <a:ext cx="4486275" cy="3821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Snaps:</a:t>
            </a:r>
            <a:r>
              <a:rPr lang="en-US" sz="115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Send temporary photos and videos that disappear after viewing.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3" y="3079654"/>
            <a:ext cx="157163" cy="15716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086225" y="3079654"/>
            <a:ext cx="4486275" cy="3821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Stories:</a:t>
            </a:r>
            <a:r>
              <a:rPr lang="en-US" sz="115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Share moments that automatically expire after 24 hours.</a:t>
            </a:r>
            <a:endParaRPr lang="en-US" sz="1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063" y="3604720"/>
            <a:ext cx="157163" cy="15716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086225" y="3604720"/>
            <a:ext cx="4486275" cy="3821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Communication:</a:t>
            </a:r>
            <a:r>
              <a:rPr lang="en-US" sz="115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Integrated real-time chat and contact management.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FC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SNAPCHAT REVOLUTION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866137"/>
            <a:ext cx="8001000" cy="7200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Redefining Social Media through Ephemerality since 2011.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571500" y="2943392"/>
            <a:ext cx="2400300" cy="301823"/>
          </a:xfrm>
          <a:prstGeom prst="rect">
            <a:avLst/>
          </a:prstGeom>
          <a:noFill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C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Real-Life Mimicry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3352372"/>
            <a:ext cx="2400300" cy="7715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Designed to mimic natural, face-to-face conversations where words are temporary and moments are fleeting.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371850" y="2943392"/>
            <a:ext cx="2400300" cy="301823"/>
          </a:xfrm>
          <a:prstGeom prst="rect">
            <a:avLst/>
          </a:prstGeom>
          <a:noFill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C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Ephemeral Shift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371850" y="3352372"/>
            <a:ext cx="2400300" cy="7715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Introduced content that disappears, removing the pressure of the "permanent record" in digital life.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172200" y="2943392"/>
            <a:ext cx="2400300" cy="301823"/>
          </a:xfrm>
          <a:prstGeom prst="rect">
            <a:avLst/>
          </a:prstGeom>
          <a:noFill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C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Gallery vs. Moment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72200" y="3352372"/>
            <a:ext cx="2400300" cy="7715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Moves away from the "permanent gallery" model of Facebook and Instagram toward living in the present.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CORE FEATURES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132284"/>
            <a:ext cx="571500" cy="57150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360884"/>
            <a:ext cx="142875" cy="114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1594" y="1132284"/>
            <a:ext cx="31075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321594" y="1446609"/>
            <a:ext cx="3107531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Secure sign-up and login systems to protect user identity and personal data.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714875" y="1132284"/>
            <a:ext cx="571500" cy="57150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475" y="1360884"/>
            <a:ext cx="114300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64969" y="1132284"/>
            <a:ext cx="31075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SNAP SYSTEM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5464969" y="1446609"/>
            <a:ext cx="3107531" cy="6000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Instant image uploads with a "view once" mechanism, ensuring content remains temporary.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71500" y="3066455"/>
            <a:ext cx="571500" cy="57150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88" y="3295055"/>
            <a:ext cx="85725" cy="1143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21594" y="3066455"/>
            <a:ext cx="31075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24-HOUR STORIES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321594" y="3380780"/>
            <a:ext cx="3107531" cy="6000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dedicated space for sharing moments that automatically expire after exactly 24 hours.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4714875" y="3066455"/>
            <a:ext cx="571500" cy="57150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3295055"/>
            <a:ext cx="142875" cy="1143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464969" y="3066455"/>
            <a:ext cx="31075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SOCIAL NETWORK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5464969" y="3380780"/>
            <a:ext cx="3107531" cy="6000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Integrated real-time chat system and comprehensive friend management tools.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DATABASE SCHEMA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275159"/>
            <a:ext cx="2524116" cy="1343025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528" y="1511796"/>
            <a:ext cx="250031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95977" y="1904702"/>
            <a:ext cx="1075134" cy="2089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Users Table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012013" y="2185095"/>
            <a:ext cx="1643063" cy="139303"/>
          </a:xfrm>
          <a:prstGeom prst="rect">
            <a:avLst/>
          </a:prstGeom>
          <a:noFill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Profiles &amp; Authentication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3309928" y="1275159"/>
            <a:ext cx="2524116" cy="1343025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378" y="1511796"/>
            <a:ext cx="357188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46001" y="1904702"/>
            <a:ext cx="1251942" cy="2089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Friends Table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931714" y="2185095"/>
            <a:ext cx="1280517" cy="139303"/>
          </a:xfrm>
          <a:prstGeom prst="rect">
            <a:avLst/>
          </a:prstGeom>
          <a:noFill/>
        </p:spPr>
        <p:txBody>
          <a:bodyPr wrap="none" lIns="85090" tIns="0" rIns="8509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Social Connections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6048356" y="1275159"/>
            <a:ext cx="2524144" cy="1343025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3272" y="1511796"/>
            <a:ext cx="214313" cy="285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53216" y="1904702"/>
            <a:ext cx="1114425" cy="2089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Snaps Table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441570" y="2185095"/>
            <a:ext cx="1737717" cy="139303"/>
          </a:xfrm>
          <a:prstGeom prst="rect">
            <a:avLst/>
          </a:prstGeom>
          <a:noFill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Ephemeral Media Tracking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571500" y="3287911"/>
            <a:ext cx="2524116" cy="1343025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0669" y="3524548"/>
            <a:ext cx="285750" cy="2857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0790" y="3917454"/>
            <a:ext cx="1205508" cy="2089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Stories Table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1133456" y="4197846"/>
            <a:ext cx="1400175" cy="139303"/>
          </a:xfrm>
          <a:prstGeom prst="rect">
            <a:avLst/>
          </a:prstGeom>
          <a:noFill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24-Hour Public Posts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3309928" y="3287911"/>
            <a:ext cx="2524116" cy="1343025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9097" y="3524548"/>
            <a:ext cx="285750" cy="28575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837952" y="3917454"/>
            <a:ext cx="1468041" cy="2089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Messages Table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3820092" y="4197846"/>
            <a:ext cx="1503759" cy="139303"/>
          </a:xfrm>
          <a:prstGeom prst="rect">
            <a:avLst/>
          </a:prstGeom>
          <a:noFill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Direct Communication</a:t>
            </a:r>
            <a:endParaRPr lang="en-US" sz="8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5413" y="3553123"/>
            <a:ext cx="250031" cy="28575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765717" y="3946029"/>
            <a:ext cx="1089422" cy="2089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6713032" y="4226421"/>
            <a:ext cx="1194792" cy="139303"/>
          </a:xfrm>
          <a:prstGeom prst="rect">
            <a:avLst/>
          </a:prstGeom>
          <a:noFill/>
        </p:spPr>
        <p:txBody>
          <a:bodyPr wrap="none" lIns="85090" tIns="0" rIns="8509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Relational Engine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SCHEMA RELATIONSHIPS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3187564" y="1060512"/>
            <a:ext cx="2768873" cy="3357563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39" y="1203387"/>
            <a:ext cx="2483123" cy="32146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57313" y="4632387"/>
            <a:ext cx="6429375" cy="4400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relational structure ensures data integrity between users, their social connections, and the ephemeral content (snaps and stories) they create.</a:t>
            </a:r>
            <a:endParaRPr lang="en-US" sz="115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082" y="846534"/>
            <a:ext cx="8339418" cy="42949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TECH STACK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1281103" y="1871300"/>
            <a:ext cx="857250" cy="857250"/>
          </a:xfrm>
          <a:prstGeom prst="ellipse">
            <a:avLst/>
          </a:prstGeom>
          <a:solidFill>
            <a:srgbClr val="000000"/>
          </a:solidFill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291" y="2242775"/>
            <a:ext cx="142875" cy="114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3928" y="2942862"/>
            <a:ext cx="1371600" cy="2786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005176" y="3364343"/>
            <a:ext cx="1409105" cy="6477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HTML</a:t>
            </a:r>
            <a:endParaRPr lang="en-US" sz="1100" b="1" dirty="0">
              <a:solidFill>
                <a:srgbClr val="000000"/>
              </a:solidFill>
              <a:latin typeface="Montserrat Bold" pitchFamily="34" charset="0"/>
              <a:ea typeface="Montserrat Bold" pitchFamily="34" charset="-122"/>
              <a:cs typeface="Montserrat Bold" pitchFamily="34" charset="-120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en-GB" sz="1100" b="1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CSS</a:t>
            </a: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en-US" sz="1100" b="1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JavaScript 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143347" y="1997041"/>
            <a:ext cx="857250" cy="857250"/>
          </a:xfrm>
          <a:prstGeom prst="ellipse">
            <a:avLst/>
          </a:prstGeom>
          <a:solidFill>
            <a:srgbClr val="000000"/>
          </a:solidFill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822" y="2368516"/>
            <a:ext cx="114300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57610" y="3068603"/>
            <a:ext cx="1228725" cy="2786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BACKEND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3760264" y="3490085"/>
            <a:ext cx="1623417" cy="5029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Node.js
Express Framework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7005591" y="1997041"/>
            <a:ext cx="857250" cy="857250"/>
          </a:xfrm>
          <a:prstGeom prst="ellipse">
            <a:avLst/>
          </a:prstGeom>
          <a:solidFill>
            <a:srgbClr val="000000"/>
          </a:solidFill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210" y="2368516"/>
            <a:ext cx="100013" cy="1143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56453" y="3068603"/>
            <a:ext cx="1355527" cy="2786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677871" y="3490085"/>
            <a:ext cx="1512689" cy="5029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PostgreSQL
Relational Storage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34295" y="1195322"/>
            <a:ext cx="3275409" cy="5572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CONCLUSION</a:t>
            </a:r>
            <a:endParaRPr lang="en-US" sz="3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575" y="2049001"/>
            <a:ext cx="85725" cy="114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57313" y="2177588"/>
            <a:ext cx="2000250" cy="2089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357313" y="2457980"/>
            <a:ext cx="2000250" cy="5400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Successfully demonstrates the ephemeral nature of modern social interaction.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994" y="2049001"/>
            <a:ext cx="100013" cy="1143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571875" y="2177588"/>
            <a:ext cx="2000250" cy="2089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Solid Foundation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3571875" y="2457980"/>
            <a:ext cx="2000250" cy="5400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Built on a robust database design and scalable system architecture.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413" y="2049001"/>
            <a:ext cx="114300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86438" y="2177588"/>
            <a:ext cx="2000250" cy="2089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Ready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5786438" y="2457980"/>
            <a:ext cx="2000250" cy="5400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scalable prototype prepared for advanced feature expansion.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1357313" y="3426656"/>
            <a:ext cx="6429375" cy="521494"/>
          </a:xfrm>
          <a:prstGeom prst="rect">
            <a:avLst/>
          </a:prstGeom>
          <a:noFill/>
        </p:spPr>
        <p:txBody>
          <a:bodyPr wrap="square" lIns="0" tIns="25514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Thank You for Your Attention!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1991</Words>
  <Application>WPS Presentation</Application>
  <PresentationFormat>On-screen Show (16:9)</PresentationFormat>
  <Paragraphs>113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SimSun</vt:lpstr>
      <vt:lpstr>Wingdings</vt:lpstr>
      <vt:lpstr>Montserrat Black</vt:lpstr>
      <vt:lpstr>Segoe Print</vt:lpstr>
      <vt:lpstr>Montserrat Black</vt:lpstr>
      <vt:lpstr>Montserrat Black</vt:lpstr>
      <vt:lpstr>Montserrat Bold</vt:lpstr>
      <vt:lpstr>Montserrat Bold</vt:lpstr>
      <vt:lpstr>Montserrat Bold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DELL</cp:lastModifiedBy>
  <cp:revision>4</cp:revision>
  <dcterms:created xsi:type="dcterms:W3CDTF">2026-04-28T23:01:00Z</dcterms:created>
  <dcterms:modified xsi:type="dcterms:W3CDTF">2026-04-29T15:34:56Z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D929125A4A4148EEBDBF8C9BFB5FB1EB_12</vt:lpwstr>
  </property>
  <property fmtid="{D5CDD505-2E9C-101B-9397-08002B2CF9AE}" pid="3" name="KSOProductBuildVer">
    <vt:lpwstr>2057-12.2.0.23202</vt:lpwstr>
  </property>
</Properties>
</file>